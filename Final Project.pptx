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258EB673-D63E-4610-95C4-21459595C152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Final Project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3BC240D7-1C70-4B81-9497-34E84B5A91F5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1/19/2022 3:14:25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1" id="2" name="slide2">
            <a:extLst>
              <a:ext uri="{FF2B5EF4-FFF2-40B4-BE49-F238E27FC236}">
                <a16:creationId xmlns:a16="http://schemas.microsoft.com/office/drawing/2014/main" id="{F0605185-88E9-4275-8A87-A05A96FB79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2" id="3" name="slide3">
            <a:extLst>
              <a:ext uri="{FF2B5EF4-FFF2-40B4-BE49-F238E27FC236}">
                <a16:creationId xmlns:a16="http://schemas.microsoft.com/office/drawing/2014/main" id="{535F9B14-4ADA-444A-B9DD-1EE77E8C9A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3" id="4" name="slide4">
            <a:extLst>
              <a:ext uri="{FF2B5EF4-FFF2-40B4-BE49-F238E27FC236}">
                <a16:creationId xmlns:a16="http://schemas.microsoft.com/office/drawing/2014/main" id="{B9B4465E-1128-46C1-8B61-D8EFBBF087A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4" id="5" name="slide5">
            <a:extLst>
              <a:ext uri="{FF2B5EF4-FFF2-40B4-BE49-F238E27FC236}">
                <a16:creationId xmlns:a16="http://schemas.microsoft.com/office/drawing/2014/main" id="{D2797FED-B516-4723-8995-FE569C80A47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5" id="6" name="slide6">
            <a:extLst>
              <a:ext uri="{FF2B5EF4-FFF2-40B4-BE49-F238E27FC236}">
                <a16:creationId xmlns:a16="http://schemas.microsoft.com/office/drawing/2014/main" id="{695B8103-C523-4FEF-B072-D8417AE4AAB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6" id="7" name="slide7">
            <a:extLst>
              <a:ext uri="{FF2B5EF4-FFF2-40B4-BE49-F238E27FC236}">
                <a16:creationId xmlns:a16="http://schemas.microsoft.com/office/drawing/2014/main" id="{70F5E2DD-1D8B-444B-9197-A93DD7D7DDB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7" id="8" name="slide8">
            <a:extLst>
              <a:ext uri="{FF2B5EF4-FFF2-40B4-BE49-F238E27FC236}">
                <a16:creationId xmlns:a16="http://schemas.microsoft.com/office/drawing/2014/main" id="{2ED02174-600A-42FE-9640-4C16CE722F2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2022-01-19T21:14:26Z</dcterms:created>
  <dcterms:modified xsi:type="dcterms:W3CDTF">2022-01-19T21:14:26Z</dcterms:modified>
</cp:coreProperties>
</file>